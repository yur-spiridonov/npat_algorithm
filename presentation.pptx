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363" autoAdjust="0"/>
  </p:normalViewPr>
  <p:slideViewPr>
    <p:cSldViewPr snapToGrid="0">
      <p:cViewPr varScale="1">
        <p:scale>
          <a:sx n="59" d="100"/>
          <a:sy n="59" d="100"/>
        </p:scale>
        <p:origin x="964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CF7D7F-57FA-454B-ADFF-40CD2B28A34E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A7EB1-5169-4DD4-8627-5B61858F22E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5431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A7EB1-5169-4DD4-8627-5B61858F22EE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3482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E9981-AC98-788C-2279-57791B46C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8FDA8C-4A51-E382-ABCF-64FA2F605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992DA-8E63-21E9-858A-18C4C4AD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41351-B962-FD3C-3F66-6C13E5126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A75A9-9068-6B43-8B71-1167745F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9415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D2AB-E195-8399-F0D8-438029D6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AED9C-4791-966C-C9A7-45EB839A4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7EA03-F5B3-8557-79B9-AC00EE9B4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55A8B-E2A8-628A-2D67-65C3CB52F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5B4DA-CF1E-CEC6-8C03-71E8AB2A1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760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56248-2821-12BE-CAFB-F29FB6710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3E654-1500-4FFB-2035-B8DBC86D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0D8F05-1CD4-854B-CF49-C52F1D5C3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2E487-7CD0-4E46-DE0F-2A0E4C929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E0927-7A33-A553-C0A5-E6E617A39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009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C2750-34A8-C0DB-C232-3137BC7CB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08553-25DD-9EEF-64D9-9693F07CC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37DC1-9A6A-3948-61D8-1BB56DB97D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46F14-3902-CD57-B8B0-848868C98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CF8980-65A6-5332-449C-3F24E35DA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8CE3E-E171-374C-F5A1-E86DE6FEE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7589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160A6-3C28-7089-C9B3-27E7543D6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4B88B-7374-ED2C-0DB9-9E0077B99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A7497D-6832-FEF4-FF7E-7E186F93F3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B9B02-0CFB-BA9F-3AFE-2BBDF84853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6C1A8B-C80E-05E7-2B67-835D8E224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6247B2-38BB-7CD1-E13D-F4E12DB3E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3B5C9A-40DE-1673-F9F4-BB725B208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A6663-6473-3AD9-6F55-FBEFF284A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998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8B5B6-FA3B-1D02-A9F5-2481EB8E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953D7E-472A-C1FD-D023-B883EF8D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69D0A-BC61-30D7-E352-DDFECCA8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420833-E4E1-C151-A00C-A9E85273F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3557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074185-1FD6-6E53-D126-F40AED0F6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C48AE7-C6F6-26BB-9993-841E64A26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55898-4DB7-26B3-65C7-02CC17A0F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6894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ED97A-5CFD-A196-88DC-47243222D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14D6B-3DF4-C87E-C620-110C8630E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A93F6-1CEB-5B21-CFB2-2EBA3F545B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FC2D3-8857-365F-1B09-1064D94CE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FD7502-A2BD-968C-DA91-E1D5C5459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661586-60D8-7D95-59D1-C9A279C85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2514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EAE77-CF6F-181C-C8B1-DFBE08ED1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0A0FE8-946A-6EB5-0690-8298BD214D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83A5A9-2C42-E6DC-420F-415332D7CA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19231-5632-4B2C-2EDF-A26EAF56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4A025-66DD-EDC0-2B09-223FCE093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F6FBB-580C-4B52-995E-257669A46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4804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7AB3C-5BC9-BADA-5A47-7A38EFA96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4E8F2E-163D-D91E-6645-86B514BDD9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EF84F-82A7-AA44-B48A-5CE7077FF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C2A68-DA72-E02E-D250-2AE702EB0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1FB59-CA4A-ADA8-182F-650583E3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3942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9C92BC-F583-CBAE-738B-78D292F5D6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214051-4872-BB37-0A8D-42275CA945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EC51-DB47-0E8D-5735-391E649C6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C4419-6788-E96A-CE7F-ADC6739A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DA198-A1F9-CF80-6AE0-57689CABF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766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FBF9CE-EEDE-4D82-F36A-B63C8EE0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01F7D-DA96-FFE2-7F77-76A05FAB7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C4A82-D154-600C-15A7-3427CDFAC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2E46CE-E927-4B04-8DB4-9E95747D27E8}" type="datetimeFigureOut">
              <a:rPr lang="en-CA" smtClean="0"/>
              <a:t>2025-12-17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200B6-C886-8E0D-1663-DA0149A9F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C8023-A810-E16E-0DB9-B4052D526D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A69251-2F0A-4D9D-B7F4-7DA759DEBB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2889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CE79-62B8-E5A8-71E1-7D8D62DA32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en-US" dirty="0">
                <a:effectLst/>
              </a:rPr>
              <a:t>Results of calculations for numbers in IEEE 754 standard and </a:t>
            </a:r>
            <a:r>
              <a:rPr lang="en-US" dirty="0" err="1">
                <a:effectLst/>
              </a:rPr>
              <a:t>NPAt</a:t>
            </a:r>
            <a:r>
              <a:rPr lang="en-US" dirty="0">
                <a:effectLst/>
              </a:rPr>
              <a:t> format</a:t>
            </a:r>
            <a:br>
              <a:rPr lang="en-US" dirty="0">
                <a:effectLst/>
              </a:rPr>
            </a:b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999BE-DD36-9879-3E23-8AA0117A55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pPr>
              <a:buNone/>
            </a:pPr>
            <a:r>
              <a:rPr lang="en-US" b="1" dirty="0">
                <a:effectLst/>
              </a:rPr>
              <a:t>Comparative results of summing signed decimal numbers according to the standard IEEE 754 algorithm and summation in </a:t>
            </a:r>
            <a:r>
              <a:rPr lang="en-US" b="1" dirty="0" err="1">
                <a:effectLst/>
              </a:rPr>
              <a:t>NPAt</a:t>
            </a:r>
            <a:r>
              <a:rPr lang="en-US" b="1" dirty="0">
                <a:effectLst/>
              </a:rPr>
              <a:t> format.</a:t>
            </a:r>
            <a:endParaRPr lang="en-US" dirty="0">
              <a:effectLst/>
            </a:endParaRPr>
          </a:p>
          <a:p>
            <a:pPr>
              <a:buNone/>
            </a:pPr>
            <a:r>
              <a:rPr lang="en-US" dirty="0">
                <a:effectLst/>
              </a:rPr>
              <a:t>The terminal screenshots show the output data obtained using the demonstration algorithm npap-algorithm.cpp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71836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DE2CA0-97ED-E9B0-5D93-67DB4622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 of x₁ = -0.893827 with 999 additions of x₂ = 0.787827</a:t>
            </a:r>
            <a:endParaRPr lang="en-CA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93A6575-D8BF-062C-1AC7-B793048AF38C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924560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86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E8334F6-5D9A-A241-9AEF-9BE082797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2.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-0.893827 with 999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9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additions of x₂ = 0.787827</a:t>
            </a:r>
            <a:endParaRPr lang="en-CA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A272AB-9019-63DA-25A9-F841BF20727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/>
          <a:stretch>
            <a:fillRect/>
          </a:stretch>
        </p:blipFill>
        <p:spPr>
          <a:xfrm>
            <a:off x="0" y="1690688"/>
            <a:ext cx="12192000" cy="607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77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3147DB4-F42F-1217-6E24-4139C4D33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3.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-0.893827 with 9999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9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additions of x₂ = 0.787827</a:t>
            </a:r>
            <a:endParaRPr lang="en-CA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7B0F66-3F57-F2BB-465A-2B42C80AB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194" y="1690688"/>
            <a:ext cx="11616806" cy="517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29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E72E4FE-FA3C-1D09-3DBE-9A45615A9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4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-0.893827 with 9999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99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additions of x₂ = 0.787827</a:t>
            </a:r>
            <a:endParaRPr lang="en-CA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D87B2F-C4A0-437B-186F-E81E371A1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534" y="1690688"/>
            <a:ext cx="11619466" cy="539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972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625F3F0-21BF-D672-180C-5E9D378AA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5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-8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93827e+10  with 999 additions of x₂ = 7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87827e+09</a:t>
            </a:r>
            <a:endParaRPr lang="en-CA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E3D93B-9CA6-111A-050B-8C983BE1CA03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71" y="1690688"/>
            <a:ext cx="1051560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95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11B3BFB-0E19-BBE6-D577-AF043C91F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6</a:t>
            </a:r>
            <a:r>
              <a:rPr kumimoji="0" lang="ru-RU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-8.93827e+10  with 9999 additions of x₂ = 7.87827e+09</a:t>
            </a:r>
            <a:endParaRPr lang="en-CA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56E858-AFB2-A7C3-775C-8B2DBC1F999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81" y="1963063"/>
            <a:ext cx="10515600" cy="489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527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63B1D3-883F-148A-996C-235504FF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7</a:t>
            </a:r>
            <a:r>
              <a: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-8.93827e+10  with 99999 additions of x₂ = 7.87827e+09</a:t>
            </a:r>
            <a:endParaRPr lang="en-CA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E32290-93CD-D73F-B84B-7DCE8BC267B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943" y="1690689"/>
            <a:ext cx="9483725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96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B61350-3D7D-AE46-7E8C-FDC71258E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8</a:t>
            </a:r>
            <a:r>
              <a: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.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 of x₁ = -8.93827e+10  with 999999 additions of x₂ = 7.87827e+09</a:t>
            </a:r>
            <a:endParaRPr lang="en-CA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8DB8-6377-C4E6-4F12-786705421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83229"/>
            <a:ext cx="11353800" cy="582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51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07AD6-2113-4E6E-ECFD-D3BE07ED4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817" y="2766218"/>
            <a:ext cx="10515600" cy="1325563"/>
          </a:xfrm>
        </p:spPr>
        <p:txBody>
          <a:bodyPr/>
          <a:lstStyle/>
          <a:p>
            <a:r>
              <a:rPr lang="en-US" dirty="0"/>
              <a:t>                                         END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19325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208</Words>
  <Application>Microsoft Office PowerPoint</Application>
  <PresentationFormat>Widescreen</PresentationFormat>
  <Paragraphs>13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Results of calculations for numbers in IEEE 754 standard and NPAt format </vt:lpstr>
      <vt:lpstr>Sum of x₁ = -0.893827 with 999 additions of x₂ = 0.787827</vt:lpstr>
      <vt:lpstr>2. Sum of x₁ = -0.893827 with 9999 additions of x₂ = 0.787827</vt:lpstr>
      <vt:lpstr>3. Sum of x₁ = -0.893827 with 99999 additions of x₂ = 0.787827</vt:lpstr>
      <vt:lpstr>4. Sum of x₁ = -0.893827 with 999999 additions of x₂ = 0.787827</vt:lpstr>
      <vt:lpstr>5. Sum of x₁ = -8.93827e+10  with 999 additions of x₂ = 7.87827e+09</vt:lpstr>
      <vt:lpstr>6. Sum of x₁ = -8.93827e+10  with 9999 additions of x₂ = 7.87827e+09</vt:lpstr>
      <vt:lpstr>7. Sum of x₁ = -8.93827e+10  with 99999 additions of x₂ = 7.87827e+09</vt:lpstr>
      <vt:lpstr>8. Sum of x₁ = -8.93827e+10  with 999999 additions of x₂ = 7.87827e+09</vt:lpstr>
      <vt:lpstr>                                        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Yuri Spiridonov</dc:creator>
  <cp:lastModifiedBy>Yuri Spiridonov</cp:lastModifiedBy>
  <cp:revision>2</cp:revision>
  <dcterms:created xsi:type="dcterms:W3CDTF">2025-12-17T14:37:56Z</dcterms:created>
  <dcterms:modified xsi:type="dcterms:W3CDTF">2025-12-17T16:38:29Z</dcterms:modified>
</cp:coreProperties>
</file>