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33" d="100"/>
          <a:sy n="33" d="100"/>
        </p:scale>
        <p:origin x="10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F7D7F-57FA-454B-ADFF-40CD2B28A34E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A7EB1-5169-4DD4-8627-5B61858F22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543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A7EB1-5169-4DD4-8627-5B61858F22E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2788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A7EB1-5169-4DD4-8627-5B61858F22E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249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E9981-AC98-788C-2279-57791B46C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FDA8C-4A51-E382-ABCF-64FA2F605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992DA-8E63-21E9-858A-18C4C4AD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41351-B962-FD3C-3F66-6C13E512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A75A9-9068-6B43-8B71-1167745F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41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D2AB-E195-8399-F0D8-438029D6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AED9C-4791-966C-C9A7-45EB839A4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7EA03-F5B3-8557-79B9-AC00EE9B4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55A8B-E2A8-628A-2D67-65C3CB52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5B4DA-CF1E-CEC6-8C03-71E8AB2A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760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6248-2821-12BE-CAFB-F29FB6710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3E654-1500-4FFB-2035-B8DBC86D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D8F05-1CD4-854B-CF49-C52F1D5C3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2E487-7CD0-4E46-DE0F-2A0E4C929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0927-7A33-A553-C0A5-E6E617A3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009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2750-34A8-C0DB-C232-3137BC7C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08553-25DD-9EEF-64D9-9693F07CC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37DC1-9A6A-3948-61D8-1BB56DB97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46F14-3902-CD57-B8B0-848868C9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F8980-65A6-5332-449C-3F24E35D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8CE3E-E171-374C-F5A1-E86DE6FE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75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160A6-3C28-7089-C9B3-27E7543D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B88B-7374-ED2C-0DB9-9E0077B99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7497D-6832-FEF4-FF7E-7E186F93F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B9B02-0CFB-BA9F-3AFE-2BBDF8485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C1A8B-C80E-05E7-2B67-835D8E224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6247B2-38BB-7CD1-E13D-F4E12DB3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B5C9A-40DE-1673-F9F4-BB725B20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A6663-6473-3AD9-6F55-FBEFF284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98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B5B6-FA3B-1D02-A9F5-2481EB8E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53D7E-472A-C1FD-D023-B883EF8D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69D0A-BC61-30D7-E352-DDFECCA8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20833-E4E1-C151-A00C-A9E85273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355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74185-1FD6-6E53-D126-F40AED0F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48AE7-C6F6-26BB-9993-841E64A2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55898-4DB7-26B3-65C7-02CC17A0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689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D97A-5CFD-A196-88DC-47243222D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4D6B-3DF4-C87E-C620-110C8630E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A93F6-1CEB-5B21-CFB2-2EBA3F545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FC2D3-8857-365F-1B09-1064D94C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D7502-A2BD-968C-DA91-E1D5C545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61586-60D8-7D95-59D1-C9A279C8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251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AE77-CF6F-181C-C8B1-DFBE08ED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A0FE8-946A-6EB5-0690-8298BD214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3A5A9-2C42-E6DC-420F-415332D7C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19231-5632-4B2C-2EDF-A26EAF56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4A025-66DD-EDC0-2B09-223FCE09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F6FBB-580C-4B52-995E-257669A4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480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AB3C-5BC9-BADA-5A47-7A38EFA9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E8F2E-163D-D91E-6645-86B514BDD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EF84F-82A7-AA44-B48A-5CE7077FF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2A68-DA72-E02E-D250-2AE702EB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1FB59-CA4A-ADA8-182F-650583E3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394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C92BC-F583-CBAE-738B-78D292F5D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14051-4872-BB37-0A8D-42275CA94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6EC51-DB47-0E8D-5735-391E649C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C4419-6788-E96A-CE7F-ADC6739A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DA198-A1F9-CF80-6AE0-57689CAB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76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BF9CE-EEDE-4D82-F36A-B63C8EE0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01F7D-DA96-FFE2-7F77-76A05FAB7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C4A82-D154-600C-15A7-3427CDFAC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E46CE-E927-4B04-8DB4-9E95747D27E8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200B6-C886-8E0D-1663-DA0149A9F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C8023-A810-E16E-0DB9-B4052D526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69251-2F0A-4D9D-B7F4-7DA759DEBB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2889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CE79-62B8-E5A8-71E1-7D8D62DA32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dirty="0">
                <a:effectLst/>
              </a:rPr>
              <a:t>Results of calculations for numbers in IEEE 754 standard and </a:t>
            </a:r>
            <a:r>
              <a:rPr lang="en-US" dirty="0" err="1">
                <a:effectLst/>
              </a:rPr>
              <a:t>NPAt</a:t>
            </a:r>
            <a:r>
              <a:rPr lang="en-US" dirty="0">
                <a:effectLst/>
              </a:rPr>
              <a:t> format</a:t>
            </a:r>
            <a:br>
              <a:rPr lang="en-US" dirty="0">
                <a:effectLst/>
              </a:rPr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999BE-DD36-9879-3E23-8AA0117A5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>
                <a:effectLst/>
              </a:rPr>
              <a:t>Comparative results of summing signed decimal numbers according to the standard IEEE 754 algorithm and summation in </a:t>
            </a:r>
            <a:r>
              <a:rPr lang="en-US" b="1" dirty="0" err="1">
                <a:effectLst/>
              </a:rPr>
              <a:t>NPAt</a:t>
            </a:r>
            <a:r>
              <a:rPr lang="en-US" b="1" dirty="0">
                <a:effectLst/>
              </a:rPr>
              <a:t> format.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effectLst/>
              </a:rPr>
              <a:t>The terminal screenshots show the output data obtained using the demonstration algorithm npap-algorithm.cpp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71836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9DE2CA0-97ED-E9B0-5D93-67DB4622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</a:t>
            </a:r>
            <a:r>
              <a:rPr lang="en-US" dirty="0"/>
              <a:t>Sum of x₁ =  -0.89382715639</a:t>
            </a:r>
            <a:r>
              <a:rPr lang="ru-RU" dirty="0"/>
              <a:t> </a:t>
            </a:r>
            <a:r>
              <a:rPr lang="en-US" dirty="0"/>
              <a:t>with 999</a:t>
            </a:r>
            <a:r>
              <a:rPr lang="ru-RU" dirty="0"/>
              <a:t>999</a:t>
            </a:r>
            <a:r>
              <a:rPr lang="en-US" dirty="0"/>
              <a:t> additions of x₂ = 0.7878271567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FDD72-03B7-4EAA-13E4-DA11D2C7A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3" y="1853304"/>
            <a:ext cx="10515600" cy="500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6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8334F6-5D9A-A241-9AEF-9BE08279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2.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Sum of x₁ =  0.89382715639 with 999999 additions of x₂ = 0.7878271567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603255-5BD9-0D73-8262-D30D13642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11077"/>
            <a:ext cx="10515600" cy="445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147DB4-F42F-1217-6E24-4139C4D3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3.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Sum of x₁ = 89382715639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with 9999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99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additions of x₂ =  7878271567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9F169-8195-175A-CBF3-671803328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15886"/>
            <a:ext cx="10515600" cy="494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E72E4FE-FA3C-1D09-3DBE-9A45615A9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4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Sum of x₁ = 89382715639e+15 with 9999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99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additions of x₂ = 7878271567e+23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BE833B-71C7-312F-4F7D-4A887D220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4357"/>
            <a:ext cx="12192000" cy="52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72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25F3F0-21BF-D672-180C-5E9D378A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5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Sum of x₁ = </a:t>
            </a:r>
            <a:r>
              <a:rPr lang="en-CA" sz="4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838.678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with 999</a:t>
            </a:r>
            <a:r>
              <a:rPr lang="en-US" dirty="0">
                <a:solidFill>
                  <a:prstClr val="black"/>
                </a:solidFill>
                <a:latin typeface="Aptos Display" panose="02110004020202020204"/>
              </a:rPr>
              <a:t>9999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additions of x₂ = 7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87827e+76.236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36CCCF-F8A0-B684-92AE-38AF56DA0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6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9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1B3BFB-0E19-BBE6-D577-AF043C91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6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Sum of x₁ = 1234  with 999999 additions of x₂ = 765432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1399C2-A2D5-4D52-B00B-963643C9C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10003971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27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63B1D3-883F-148A-996C-235504FF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7</a:t>
            </a: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.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Sum of x₁ = -8.93827e+10  with 99999 additions of x₂ = 7.87827e+09</a:t>
            </a:r>
            <a:endParaRPr lang="en-CA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85A76-9BC3-4401-F241-A51280BAA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81" y="1584227"/>
            <a:ext cx="10515599" cy="527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7AD6-2113-4E6E-ECFD-D3BE07ED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2766218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             END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19325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181</Words>
  <Application>Microsoft Office PowerPoint</Application>
  <PresentationFormat>Widescreen</PresentationFormat>
  <Paragraphs>13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Cascadia Mono</vt:lpstr>
      <vt:lpstr>Office Theme</vt:lpstr>
      <vt:lpstr>Results of calculations for numbers in IEEE 754 standard and NPAt format </vt:lpstr>
      <vt:lpstr>1. Sum of x₁ =  -0.89382715639 with 999999 additions of x₂ = 0.7878271567</vt:lpstr>
      <vt:lpstr>2. Sum of x₁ =  0.89382715639 with 999999 additions of x₂ = 0.7878271567</vt:lpstr>
      <vt:lpstr>3. Sum of x₁ = 89382715639 with 999999 additions of x₂ =  7878271567</vt:lpstr>
      <vt:lpstr>4. Sum of x₁ = 89382715639e+15 with 999999 additions of x₂ = 7878271567e+23</vt:lpstr>
      <vt:lpstr>5. Sum of x₁ = 838.678 with 9999999 additions of x₂ = 7.87827e+76.236</vt:lpstr>
      <vt:lpstr>6. Sum of x₁ = 1234  with 999999 additions of x₂ = 765432</vt:lpstr>
      <vt:lpstr>7. Sum of x₁ = -8.93827e+10  with 99999 additions of x₂ = 7.87827e+09</vt:lpstr>
      <vt:lpstr>                                        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Yuri Spiridonov</dc:creator>
  <cp:lastModifiedBy>Yuri Spiridonov</cp:lastModifiedBy>
  <cp:revision>3</cp:revision>
  <dcterms:created xsi:type="dcterms:W3CDTF">2025-12-17T14:37:56Z</dcterms:created>
  <dcterms:modified xsi:type="dcterms:W3CDTF">2025-12-22T01:52:17Z</dcterms:modified>
</cp:coreProperties>
</file>